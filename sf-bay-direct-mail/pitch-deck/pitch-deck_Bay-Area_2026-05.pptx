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Shared Postcard — Local EDDM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EAEA"/>
                </a:solidFill>
              </a:rPr>
              <a:t>San Francisco Bay Area • Exclusive category placement • 5k–8k households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Confidential — for qualified local advertisers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Target communities (start here)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F4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Danville, CA (94526)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Median HHI $185K+ • 18,000+ homes • Tier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4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31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San Ramon, CA (94582 / 94583)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Median HHI $160K+ • 30,000+ homes • Tier 1–2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4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66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Pleasanton, CA (94566 / 94588)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886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Median HHI $155K+ • 28,000+ homes • Tier 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How it works + exclusivity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One shared postcard mailed with USPS EDDM to ~5,000–8,000 households in your community.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One advertiser per category — no competing dentists, HVAC, or pest companies on the same card.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We handle design coordination, print-ready proofs, and EDDM paperwork; you approve creative.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50% deposit to reserve your category; 50% before print after approvals.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ROI snapshot (illustrative)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Households reached: ~6,000 (example)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Postage (EDDM retail): $0.247 × 6,000 ≈ $1,482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Your investment: Tier 2 standard placement (see next slide)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Break-even: a handful of new jobs or patients covers the slot — track calls/URL.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Bay Area pricing (defaults)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Tier 2 — Strong markets (e.g., Danville, San Ramon, Pleasanton, Los Gatos)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Standard ad: $550 – $750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Premium placement: $850 – $1,100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Tier 1 — Premium (e.g., Palo Alto, Saratoga, Los Altos)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Standard ad: $700 – $900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Premium placement: $1,100 – $1,400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Payment: 50% at signing to lock category exclusivity • 50% before print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Postcard — Bay Area</dc:title>
  <dc:subject>PptxGenJS Presentation</dc:subject>
  <dc:creator>SF Bay Direct Mail</dc:creator>
  <cp:lastModifiedBy>SF Bay Direct Mail</cp:lastModifiedBy>
  <cp:revision>1</cp:revision>
  <dcterms:created xsi:type="dcterms:W3CDTF">2026-05-02T06:55:43Z</dcterms:created>
  <dcterms:modified xsi:type="dcterms:W3CDTF">2026-05-02T06:55:43Z</dcterms:modified>
</cp:coreProperties>
</file>